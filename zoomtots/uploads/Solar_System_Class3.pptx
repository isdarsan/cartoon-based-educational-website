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🌞 The Solar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Let’s Explore Our Space Family!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the Sun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Sun is a big ball of hot gases.</a:t>
            </a:r>
          </a:p>
          <a:p>
            <a:r>
              <a:t>It is the center of the Solar System.</a:t>
            </a:r>
          </a:p>
          <a:p>
            <a:r>
              <a:t>All the planets move around the Sun.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Planets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There are 8 planets in the Solar System.</a:t>
            </a:r>
          </a:p>
          <a:p>
            <a:r>
              <a:t>They move in a path called an orbit.</a:t>
            </a:r>
          </a:p>
          <a:p>
            <a:r>
              <a:t>The planets are:</a:t>
            </a:r>
          </a:p>
          <a:p>
            <a:r>
              <a:t>Mercury, Venus, Earth, Mars,</a:t>
            </a:r>
          </a:p>
          <a:p>
            <a:r>
              <a:t>Jupiter, Saturn, Uranus, Neptune.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Planet – Earth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Earth is the 3rd planet from the Sun.</a:t>
            </a:r>
          </a:p>
          <a:p>
            <a:r>
              <a:t>It has air, water, and life.</a:t>
            </a:r>
          </a:p>
          <a:p>
            <a:r>
              <a:t>We all live on Earth!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 Planet Facts!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🪐 Saturn has rings!</a:t>
            </a:r>
          </a:p>
          <a:p>
            <a:r>
              <a:t>🔴 Mars is called the Red Planet.</a:t>
            </a:r>
          </a:p>
          <a:p>
            <a:r>
              <a:t>🧊 Uranus is tilted sideways!</a:t>
            </a:r>
          </a:p>
          <a:p>
            <a:r>
              <a:t>🌀 Jupiter is the biggest planet!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Thanks for learning about space with me! 🚀</a:t>
            </a:r>
          </a:p>
          <a:p>
            <a:r>
              <a:t>Which planet is your favorite? 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